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 bookmarkIdSeed="3">
  <p:sldMasterIdLst>
    <p:sldMasterId id="2147483781" r:id="rId1"/>
  </p:sldMasterIdLst>
  <p:notesMasterIdLst>
    <p:notesMasterId r:id="rId12"/>
  </p:notesMasterIdLst>
  <p:handoutMasterIdLst>
    <p:handoutMasterId r:id="rId13"/>
  </p:handoutMasterIdLst>
  <p:sldIdLst>
    <p:sldId id="266" r:id="rId2"/>
    <p:sldId id="267" r:id="rId3"/>
    <p:sldId id="259" r:id="rId4"/>
    <p:sldId id="270" r:id="rId5"/>
    <p:sldId id="271" r:id="rId6"/>
    <p:sldId id="262" r:id="rId7"/>
    <p:sldId id="263" r:id="rId8"/>
    <p:sldId id="264" r:id="rId9"/>
    <p:sldId id="265" r:id="rId10"/>
    <p:sldId id="272" r:id="rId11"/>
  </p:sldIdLst>
  <p:sldSz cx="12192000" cy="6858000"/>
  <p:notesSz cx="7099300" cy="10234613"/>
  <p:embeddedFontLst>
    <p:embeddedFont>
      <p:font typeface="等线" panose="02010600030101010101" pitchFamily="2" charset="-122"/>
      <p:regular r:id="rId14"/>
      <p:bold r:id="rId15"/>
    </p:embeddedFont>
    <p:embeddedFont>
      <p:font typeface="微软雅黑" panose="020B0503020204020204" pitchFamily="34" charset="-122"/>
      <p:regular r:id="rId16"/>
      <p:bold r:id="rId17"/>
    </p:embeddedFont>
  </p:embeddedFontLst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51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 梓健" initials="马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BB5"/>
    <a:srgbClr val="002060"/>
    <a:srgbClr val="0066CC"/>
    <a:srgbClr val="D93379"/>
    <a:srgbClr val="FCCD2B"/>
    <a:srgbClr val="278AEA"/>
    <a:srgbClr val="5F0869"/>
    <a:srgbClr val="FF7979"/>
    <a:srgbClr val="4472C4"/>
    <a:srgbClr val="E8A3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娣辫壊鏍峰紡 1 - 寮鸿皟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涓害鏍峰紡 2 - 寮鸿皟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5625" autoAdjust="0"/>
  </p:normalViewPr>
  <p:slideViewPr>
    <p:cSldViewPr snapToGrid="0">
      <p:cViewPr varScale="1">
        <p:scale>
          <a:sx n="92" d="100"/>
          <a:sy n="92" d="100"/>
        </p:scale>
        <p:origin x="291" y="54"/>
      </p:cViewPr>
      <p:guideLst>
        <p:guide pos="551"/>
        <p:guide pos="7265"/>
        <p:guide orient="horz" pos="663"/>
      </p:guideLst>
    </p:cSldViewPr>
  </p:slideViewPr>
  <p:outlineViewPr>
    <p:cViewPr>
      <p:scale>
        <a:sx n="33" d="100"/>
        <a:sy n="33" d="100"/>
      </p:scale>
      <p:origin x="0" y="-8163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80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649CF8E-6612-45FF-B95C-A9370509C6E9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9EC7737-72EE-486C-8E96-C766BBE876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D4736F61-8AD4-4A16-AE76-ECE2B4AB6493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86BDBC6-4996-4281-AB58-BF1C268FBBB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D8CDC32-572D-47A1-BA45-FD1522B5CEA1}"/>
              </a:ext>
            </a:extLst>
          </p:cNvPr>
          <p:cNvGrpSpPr/>
          <p:nvPr userDrawn="1"/>
        </p:nvGrpSpPr>
        <p:grpSpPr>
          <a:xfrm>
            <a:off x="897675" y="2028083"/>
            <a:ext cx="10993549" cy="1907212"/>
            <a:chOff x="599225" y="1732459"/>
            <a:chExt cx="10993549" cy="190721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736370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C216EDB-A291-4C86-911A-A3F95FDC0CF3}"/>
                </a:ext>
              </a:extLst>
            </p:cNvPr>
            <p:cNvSpPr/>
            <p:nvPr userDrawn="1"/>
          </p:nvSpPr>
          <p:spPr>
            <a:xfrm>
              <a:off x="599225" y="1732459"/>
              <a:ext cx="489346" cy="792000"/>
            </a:xfrm>
            <a:prstGeom prst="rect">
              <a:avLst/>
            </a:prstGeom>
            <a:solidFill>
              <a:srgbClr val="278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5988" y="4149254"/>
            <a:ext cx="9748337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Subtitle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30AE285-88AF-E941-9028-A7F40F9D50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5988" y="2358283"/>
            <a:ext cx="9748800" cy="13176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>
                <a:solidFill>
                  <a:srgbClr val="278AE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noProof="0" dirty="0"/>
              <a:t>Title</a:t>
            </a:r>
          </a:p>
        </p:txBody>
      </p:sp>
      <p:pic>
        <p:nvPicPr>
          <p:cNvPr id="5" name="図 8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5D22616-814D-23F3-B812-E6C74646CA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99" y="192553"/>
            <a:ext cx="2081029" cy="56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9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C884AA1-17C1-F830-E2F2-5199E92F8D32}"/>
              </a:ext>
            </a:extLst>
          </p:cNvPr>
          <p:cNvCxnSpPr>
            <a:cxnSpLocks/>
          </p:cNvCxnSpPr>
          <p:nvPr userDrawn="1"/>
        </p:nvCxnSpPr>
        <p:spPr>
          <a:xfrm>
            <a:off x="471933" y="882595"/>
            <a:ext cx="11169205" cy="0"/>
          </a:xfrm>
          <a:prstGeom prst="line">
            <a:avLst/>
          </a:prstGeom>
          <a:ln w="25400">
            <a:solidFill>
              <a:srgbClr val="FCCD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60DD90B-85D8-19C8-CD85-4562D7B11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7938" y="62620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DA287-541E-4F4F-8FF0-B5A35DFA3C8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88C0D71-0A5E-B9D4-4081-F792B32DE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933" y="304800"/>
            <a:ext cx="10312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b="1">
                <a:solidFill>
                  <a:srgbClr val="278AEA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buNone/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en-US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rgbClr val="27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 XXX | </a:t>
            </a:r>
            <a:r>
              <a:rPr lang="en-US" altLang="zh-CN" sz="2400" b="1" dirty="0">
                <a:solidFill>
                  <a:srgbClr val="D933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</a:t>
            </a:r>
            <a:endParaRPr lang="zh-CN" altLang="en-US" sz="2800" b="1" dirty="0">
              <a:solidFill>
                <a:srgbClr val="D9337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2826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79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8EF472C-918F-BA66-9D45-71B136315BC4}"/>
              </a:ext>
            </a:extLst>
          </p:cNvPr>
          <p:cNvGrpSpPr/>
          <p:nvPr userDrawn="1"/>
        </p:nvGrpSpPr>
        <p:grpSpPr>
          <a:xfrm>
            <a:off x="622189" y="5253520"/>
            <a:ext cx="10776061" cy="1295365"/>
            <a:chOff x="599225" y="1732458"/>
            <a:chExt cx="10993549" cy="190330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315F85C-3288-F3BB-7028-620BD8044C08}"/>
                </a:ext>
              </a:extLst>
            </p:cNvPr>
            <p:cNvSpPr/>
            <p:nvPr userDrawn="1"/>
          </p:nvSpPr>
          <p:spPr>
            <a:xfrm>
              <a:off x="599225" y="1732458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475A2CF-B911-8A89-4E84-D6027047EDC6}"/>
                </a:ext>
              </a:extLst>
            </p:cNvPr>
            <p:cNvSpPr/>
            <p:nvPr userDrawn="1"/>
          </p:nvSpPr>
          <p:spPr>
            <a:xfrm>
              <a:off x="599225" y="1732458"/>
              <a:ext cx="252761" cy="1631750"/>
            </a:xfrm>
            <a:prstGeom prst="rect">
              <a:avLst/>
            </a:prstGeom>
            <a:solidFill>
              <a:srgbClr val="278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" name="図 8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B18B956-DAA0-A435-6659-6CD66475E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74" y="177456"/>
            <a:ext cx="2345888" cy="63294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3286A61-14DF-F3D7-CB6C-DC695EC93AC5}"/>
              </a:ext>
            </a:extLst>
          </p:cNvPr>
          <p:cNvSpPr txBox="1"/>
          <p:nvPr userDrawn="1"/>
        </p:nvSpPr>
        <p:spPr>
          <a:xfrm>
            <a:off x="1004324" y="53471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5400" b="1" dirty="0">
                <a:solidFill>
                  <a:srgbClr val="278AEA"/>
                </a:solidFill>
                <a:latin typeface="+mj-lt"/>
                <a:ea typeface="微软雅黑" panose="020B0503020204020204" pitchFamily="34" charset="-122"/>
                <a:cs typeface="+mn-ea"/>
                <a:sym typeface="+mn-lt"/>
              </a:rPr>
              <a:t>Thanks!</a:t>
            </a:r>
            <a:endParaRPr lang="zh-CN" altLang="en-US" sz="5400" b="1" dirty="0">
              <a:solidFill>
                <a:srgbClr val="D93379"/>
              </a:solidFill>
              <a:latin typeface="+mj-lt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1684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79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3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58" r:id="rId2"/>
    <p:sldLayoutId id="214748375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em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1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4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61825EF4-3C63-A389-D014-C96C7D69C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4167397"/>
            <a:ext cx="9748337" cy="1340999"/>
          </a:xfrm>
        </p:spPr>
        <p:txBody>
          <a:bodyPr/>
          <a:lstStyle/>
          <a:p>
            <a:r>
              <a:rPr lang="en-US" dirty="0"/>
              <a:t>Group X: </a:t>
            </a:r>
            <a:r>
              <a:rPr lang="zh-CN" altLang="zh-CN" u="sng" dirty="0"/>
              <a:t>Team Name</a:t>
            </a:r>
            <a:endParaRPr lang="en-US" altLang="zh-CN" u="sng" dirty="0"/>
          </a:p>
          <a:p>
            <a:r>
              <a:rPr lang="en-US" dirty="0"/>
              <a:t>Name 1, Name 2, Name3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1936AB5-0087-AA87-73D3-EEC727D5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For Reference Only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5BAB44-EC49-B1B9-8335-357AAB1EC4C4}"/>
              </a:ext>
            </a:extLst>
          </p:cNvPr>
          <p:cNvSpPr txBox="1"/>
          <p:nvPr/>
        </p:nvSpPr>
        <p:spPr>
          <a:xfrm>
            <a:off x="10121900" y="633011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June X, 2026</a:t>
            </a:r>
          </a:p>
        </p:txBody>
      </p:sp>
    </p:spTree>
    <p:extLst>
      <p:ext uri="{BB962C8B-B14F-4D97-AF65-F5344CB8AC3E}">
        <p14:creationId xmlns:p14="http://schemas.microsoft.com/office/powerpoint/2010/main" val="335165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41D2FA-DFD2-1DEE-321D-CA0395EF2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8DA287-541E-4F4F-8FF0-B5A35DFA3C8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4E7FB8-28AC-3729-ED53-AB3AB67518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AFDD5E-F133-6914-E92C-F207787F3D73}"/>
              </a:ext>
            </a:extLst>
          </p:cNvPr>
          <p:cNvSpPr txBox="1"/>
          <p:nvPr/>
        </p:nvSpPr>
        <p:spPr>
          <a:xfrm>
            <a:off x="9702800" y="38174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6" name="Google Shape;140;p15" title="IMG_5527.jpg">
            <a:extLst>
              <a:ext uri="{FF2B5EF4-FFF2-40B4-BE49-F238E27FC236}">
                <a16:creationId xmlns:a16="http://schemas.microsoft.com/office/drawing/2014/main" id="{9EE8174D-2A99-06D2-1C13-3D638FC68B9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600" r="11024"/>
          <a:stretch/>
        </p:blipFill>
        <p:spPr>
          <a:xfrm>
            <a:off x="7797706" y="1293385"/>
            <a:ext cx="3597920" cy="4873685"/>
          </a:xfrm>
          <a:prstGeom prst="rect">
            <a:avLst/>
          </a:prstGeom>
          <a:noFill/>
          <a:ln>
            <a:noFill/>
          </a:ln>
          <a:effectLst>
            <a:outerShdw blurRad="57150" algn="bl" rotWithShape="0">
              <a:srgbClr val="000000">
                <a:alpha val="45000"/>
              </a:srgb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83B044-E6BB-E5B8-CA14-A2CB8D9065E5}"/>
              </a:ext>
            </a:extLst>
          </p:cNvPr>
          <p:cNvSpPr txBox="1"/>
          <p:nvPr/>
        </p:nvSpPr>
        <p:spPr>
          <a:xfrm>
            <a:off x="1068723" y="1128681"/>
            <a:ext cx="4927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002060"/>
                </a:solidFill>
              </a:rPr>
              <a:t>Week 1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Challenge: </a:t>
            </a:r>
            <a:r>
              <a:rPr lang="en-US" altLang="zh-CN" dirty="0">
                <a:solidFill>
                  <a:srgbClr val="002060"/>
                </a:solidFill>
              </a:rPr>
              <a:t>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Result: </a:t>
            </a:r>
            <a:r>
              <a:rPr lang="en-US" altLang="zh-CN" dirty="0">
                <a:solidFill>
                  <a:srgbClr val="002060"/>
                </a:solidFill>
              </a:rPr>
              <a:t>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002060"/>
                </a:solidFill>
              </a:rPr>
              <a:t>Week xxx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002060"/>
                </a:solidFill>
              </a:rPr>
              <a:t>Final Results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Completed </a:t>
            </a:r>
            <a:r>
              <a:rPr lang="en-US" altLang="zh-CN" dirty="0">
                <a:solidFill>
                  <a:srgbClr val="002060"/>
                </a:solidFill>
              </a:rPr>
              <a:t>xxx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Shape 47">
            <a:extLst>
              <a:ext uri="{FF2B5EF4-FFF2-40B4-BE49-F238E27FC236}">
                <a16:creationId xmlns:a16="http://schemas.microsoft.com/office/drawing/2014/main" id="{D9489D4B-D521-B5F2-13EE-B74828AA6F80}"/>
              </a:ext>
            </a:extLst>
          </p:cNvPr>
          <p:cNvSpPr/>
          <p:nvPr/>
        </p:nvSpPr>
        <p:spPr>
          <a:xfrm>
            <a:off x="5727700" y="2263755"/>
            <a:ext cx="1860550" cy="1330346"/>
          </a:xfrm>
          <a:prstGeom prst="roundRect">
            <a:avLst>
              <a:gd name="adj" fmla="val 3065"/>
            </a:avLst>
          </a:prstGeom>
          <a:solidFill>
            <a:srgbClr val="5B8CFF">
              <a:alpha val="7000"/>
            </a:srgbClr>
          </a:solidFill>
          <a:ln w="15875">
            <a:solidFill>
              <a:srgbClr val="5B8CFF">
                <a:alpha val="30000"/>
              </a:srgbClr>
            </a:solidFill>
            <a:prstDash val="dash"/>
          </a:ln>
        </p:spPr>
        <p:txBody>
          <a:bodyPr anchor="ctr" anchorCtr="0"/>
          <a:lstStyle/>
          <a:p>
            <a:pPr algn="ctr"/>
            <a:r>
              <a:rPr lang="zh-CN" altLang="zh-CN" dirty="0"/>
              <a:t>Additional videos, images, or charts</a:t>
            </a:r>
            <a:endParaRPr lang="en-US" dirty="0"/>
          </a:p>
        </p:txBody>
      </p:sp>
      <p:sp>
        <p:nvSpPr>
          <p:cNvPr id="9" name="Shape 47">
            <a:extLst>
              <a:ext uri="{FF2B5EF4-FFF2-40B4-BE49-F238E27FC236}">
                <a16:creationId xmlns:a16="http://schemas.microsoft.com/office/drawing/2014/main" id="{1A83AD25-B271-2E0B-4D48-4CE6140B3F79}"/>
              </a:ext>
            </a:extLst>
          </p:cNvPr>
          <p:cNvSpPr/>
          <p:nvPr/>
        </p:nvSpPr>
        <p:spPr>
          <a:xfrm>
            <a:off x="3719284" y="2263755"/>
            <a:ext cx="1860550" cy="1330346"/>
          </a:xfrm>
          <a:prstGeom prst="roundRect">
            <a:avLst>
              <a:gd name="adj" fmla="val 3065"/>
            </a:avLst>
          </a:prstGeom>
          <a:solidFill>
            <a:srgbClr val="5B8CFF">
              <a:alpha val="7000"/>
            </a:srgbClr>
          </a:solidFill>
          <a:ln w="15875">
            <a:solidFill>
              <a:srgbClr val="5B8CFF">
                <a:alpha val="30000"/>
              </a:srgbClr>
            </a:solidFill>
            <a:prstDash val="dash"/>
          </a:ln>
        </p:spPr>
        <p:txBody>
          <a:bodyPr anchor="ctr" anchorCtr="0"/>
          <a:lstStyle/>
          <a:p>
            <a:pPr algn="ctr"/>
            <a:r>
              <a:rPr lang="zh-CN" altLang="zh-CN" dirty="0"/>
              <a:t>Additional videos, images, or charts</a:t>
            </a:r>
            <a:endParaRPr lang="en-US" dirty="0"/>
          </a:p>
        </p:txBody>
      </p:sp>
      <p:sp>
        <p:nvSpPr>
          <p:cNvPr id="10" name="Shape 47">
            <a:extLst>
              <a:ext uri="{FF2B5EF4-FFF2-40B4-BE49-F238E27FC236}">
                <a16:creationId xmlns:a16="http://schemas.microsoft.com/office/drawing/2014/main" id="{DC081983-28E3-FDF7-3003-E6551CFCCC7E}"/>
              </a:ext>
            </a:extLst>
          </p:cNvPr>
          <p:cNvSpPr/>
          <p:nvPr/>
        </p:nvSpPr>
        <p:spPr>
          <a:xfrm>
            <a:off x="3719284" y="4507315"/>
            <a:ext cx="3868966" cy="1754691"/>
          </a:xfrm>
          <a:prstGeom prst="roundRect">
            <a:avLst>
              <a:gd name="adj" fmla="val 3065"/>
            </a:avLst>
          </a:prstGeom>
          <a:solidFill>
            <a:srgbClr val="5B8CFF">
              <a:alpha val="7000"/>
            </a:srgbClr>
          </a:solidFill>
          <a:ln w="15875">
            <a:solidFill>
              <a:srgbClr val="5B8CFF">
                <a:alpha val="30000"/>
              </a:srgbClr>
            </a:solidFill>
            <a:prstDash val="dash"/>
          </a:ln>
        </p:spPr>
        <p:txBody>
          <a:bodyPr anchor="ctr" anchorCtr="0"/>
          <a:lstStyle/>
          <a:p>
            <a:pPr algn="ctr"/>
            <a:r>
              <a:rPr lang="zh-CN" altLang="zh-CN" dirty="0"/>
              <a:t>Additional videos, images, or charts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20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7D7F-79F8-7094-1C0F-8202DE9D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AE27BD-24C3-2E07-D4BD-02496DE04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8DA287-541E-4F4F-8FF0-B5A35DFA3C8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D0C009-2A7D-85CB-9767-9C9B6C5AB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2. Method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19A104-33C9-9E1D-F390-C243E9F0CA97}"/>
              </a:ext>
            </a:extLst>
          </p:cNvPr>
          <p:cNvSpPr txBox="1"/>
          <p:nvPr/>
        </p:nvSpPr>
        <p:spPr>
          <a:xfrm>
            <a:off x="9702800" y="38174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0DB4BA-1A9E-843D-78FA-9BC128CF0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12" y="3027467"/>
            <a:ext cx="2355127" cy="31701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FAAF289-0EF5-EED3-E6F5-702FC6BF5BFE}"/>
              </a:ext>
            </a:extLst>
          </p:cNvPr>
          <p:cNvSpPr txBox="1"/>
          <p:nvPr/>
        </p:nvSpPr>
        <p:spPr>
          <a:xfrm>
            <a:off x="1041288" y="1298457"/>
            <a:ext cx="26971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B6D568-9DA6-6E2C-0F47-05EABEAA3ACD}"/>
              </a:ext>
            </a:extLst>
          </p:cNvPr>
          <p:cNvSpPr txBox="1"/>
          <p:nvPr/>
        </p:nvSpPr>
        <p:spPr>
          <a:xfrm>
            <a:off x="4656021" y="1276860"/>
            <a:ext cx="28799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Control designing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</a:rPr>
              <a:t>Angle feedback.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</a:rPr>
              <a:t>Position feedback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0" name="Shape 47">
            <a:extLst>
              <a:ext uri="{FF2B5EF4-FFF2-40B4-BE49-F238E27FC236}">
                <a16:creationId xmlns:a16="http://schemas.microsoft.com/office/drawing/2014/main" id="{F88E64E4-2DB3-A051-B975-EA54EDFCCCE2}"/>
              </a:ext>
            </a:extLst>
          </p:cNvPr>
          <p:cNvSpPr/>
          <p:nvPr/>
        </p:nvSpPr>
        <p:spPr>
          <a:xfrm>
            <a:off x="8620393" y="3554456"/>
            <a:ext cx="2678598" cy="2643144"/>
          </a:xfrm>
          <a:prstGeom prst="roundRect">
            <a:avLst>
              <a:gd name="adj" fmla="val 3065"/>
            </a:avLst>
          </a:prstGeom>
          <a:solidFill>
            <a:srgbClr val="5B8CFF">
              <a:alpha val="7000"/>
            </a:srgbClr>
          </a:solidFill>
          <a:ln w="15875">
            <a:solidFill>
              <a:srgbClr val="5B8CFF">
                <a:alpha val="30000"/>
              </a:srgbClr>
            </a:solidFill>
            <a:prstDash val="dash"/>
          </a:ln>
        </p:spPr>
        <p:txBody>
          <a:bodyPr anchor="ctr" anchorCtr="0"/>
          <a:lstStyle/>
          <a:p>
            <a:pPr algn="ctr"/>
            <a:r>
              <a:rPr lang="zh-CN" altLang="zh-CN" dirty="0"/>
              <a:t>Additional videos, images, or charts</a:t>
            </a:r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D38CF-C2A5-A1A3-2ECB-0CB75792FEAB}"/>
              </a:ext>
            </a:extLst>
          </p:cNvPr>
          <p:cNvSpPr txBox="1"/>
          <p:nvPr/>
        </p:nvSpPr>
        <p:spPr>
          <a:xfrm>
            <a:off x="8620393" y="1280687"/>
            <a:ext cx="287995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Implementation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</a:rPr>
              <a:t>Control frequency: 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</a:rPr>
              <a:t>Debugging method: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2060"/>
                </a:solidFill>
              </a:rPr>
              <a:t>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2060"/>
                </a:solidFill>
              </a:rPr>
              <a:t>xxxxx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6544636-B5F5-1AC9-AD40-DFD8F92F2012}"/>
              </a:ext>
            </a:extLst>
          </p:cNvPr>
          <p:cNvSpPr/>
          <p:nvPr/>
        </p:nvSpPr>
        <p:spPr>
          <a:xfrm>
            <a:off x="550862" y="1280687"/>
            <a:ext cx="2846676" cy="5075663"/>
          </a:xfrm>
          <a:prstGeom prst="roundRect">
            <a:avLst>
              <a:gd name="adj" fmla="val 3108"/>
            </a:avLst>
          </a:prstGeom>
          <a:noFill/>
          <a:ln>
            <a:solidFill>
              <a:srgbClr val="0066C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FCB87A4-8963-EDC4-EB3B-34C65EE99252}"/>
              </a:ext>
            </a:extLst>
          </p:cNvPr>
          <p:cNvSpPr/>
          <p:nvPr/>
        </p:nvSpPr>
        <p:spPr>
          <a:xfrm>
            <a:off x="3539380" y="1280687"/>
            <a:ext cx="4861301" cy="5075663"/>
          </a:xfrm>
          <a:prstGeom prst="roundRect">
            <a:avLst>
              <a:gd name="adj" fmla="val 3108"/>
            </a:avLst>
          </a:prstGeom>
          <a:noFill/>
          <a:ln>
            <a:solidFill>
              <a:srgbClr val="0066C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A608158-966A-A9F5-7C6B-F66E31A4404B}"/>
              </a:ext>
            </a:extLst>
          </p:cNvPr>
          <p:cNvSpPr/>
          <p:nvPr/>
        </p:nvSpPr>
        <p:spPr>
          <a:xfrm>
            <a:off x="8478551" y="1280687"/>
            <a:ext cx="2846676" cy="5075663"/>
          </a:xfrm>
          <a:prstGeom prst="roundRect">
            <a:avLst>
              <a:gd name="adj" fmla="val 3108"/>
            </a:avLst>
          </a:prstGeom>
          <a:noFill/>
          <a:ln>
            <a:solidFill>
              <a:srgbClr val="0066C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B66DA410-C089-355A-0353-A26E3976E419}"/>
              </a:ext>
            </a:extLst>
          </p:cNvPr>
          <p:cNvSpPr/>
          <p:nvPr/>
        </p:nvSpPr>
        <p:spPr>
          <a:xfrm>
            <a:off x="3336562" y="3337372"/>
            <a:ext cx="343803" cy="463550"/>
          </a:xfrm>
          <a:prstGeom prst="rightArrow">
            <a:avLst/>
          </a:prstGeom>
          <a:solidFill>
            <a:srgbClr val="236B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02FEFDBC-A200-C507-27C6-9919126D0E28}"/>
              </a:ext>
            </a:extLst>
          </p:cNvPr>
          <p:cNvSpPr/>
          <p:nvPr/>
        </p:nvSpPr>
        <p:spPr>
          <a:xfrm>
            <a:off x="8339735" y="3245744"/>
            <a:ext cx="343803" cy="463550"/>
          </a:xfrm>
          <a:prstGeom prst="rightArrow">
            <a:avLst/>
          </a:prstGeom>
          <a:solidFill>
            <a:srgbClr val="236B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oogle Shape;148;p16" title="Gemini_Generated_Image_1gm2al1gm2al1gm2 (1).png">
            <a:extLst>
              <a:ext uri="{FF2B5EF4-FFF2-40B4-BE49-F238E27FC236}">
                <a16:creationId xmlns:a16="http://schemas.microsoft.com/office/drawing/2014/main" id="{BC41EA3D-D3CA-309D-BCDB-5C3925F0A454}"/>
              </a:ext>
            </a:extLst>
          </p:cNvPr>
          <p:cNvPicPr preferRelativeResize="0"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3619388" y="3709294"/>
            <a:ext cx="4601592" cy="25859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B4182CD-7078-2CBE-9D62-B3D0A9B08E94}"/>
              </a:ext>
            </a:extLst>
          </p:cNvPr>
          <p:cNvSpPr txBox="1"/>
          <p:nvPr/>
        </p:nvSpPr>
        <p:spPr>
          <a:xfrm>
            <a:off x="4845077" y="5519987"/>
            <a:ext cx="288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830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97E6E-57A2-055E-3C34-A0BA53AE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E4BF36-4AD2-D751-A35A-264C3EB91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8DA287-541E-4F4F-8FF0-B5A35DFA3C8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5874E2-55E0-FAB5-0C7C-BD26D1C903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3. Experiment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9392EA-8E99-4A58-F9F1-6AE55FBFEAA4}"/>
              </a:ext>
            </a:extLst>
          </p:cNvPr>
          <p:cNvSpPr txBox="1"/>
          <p:nvPr/>
        </p:nvSpPr>
        <p:spPr>
          <a:xfrm>
            <a:off x="9702800" y="38174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AA1F30-3262-17D6-13A0-2AC5E5EA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21" y="1143813"/>
            <a:ext cx="5731679" cy="29666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A3E57D-57A5-0BF1-B522-F305DAB3F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682" y="1173773"/>
            <a:ext cx="2679395" cy="2936688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7BF11A5B-ACAC-DB03-6F45-342FD2A0576E}"/>
              </a:ext>
            </a:extLst>
          </p:cNvPr>
          <p:cNvSpPr/>
          <p:nvPr/>
        </p:nvSpPr>
        <p:spPr>
          <a:xfrm>
            <a:off x="382751" y="997658"/>
            <a:ext cx="5785820" cy="5555542"/>
          </a:xfrm>
          <a:prstGeom prst="roundRect">
            <a:avLst>
              <a:gd name="adj" fmla="val 3108"/>
            </a:avLst>
          </a:prstGeom>
          <a:noFill/>
          <a:ln>
            <a:solidFill>
              <a:srgbClr val="0066C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AE5FA55-0BBD-A269-B7C5-B9FE5C295DB4}"/>
              </a:ext>
            </a:extLst>
          </p:cNvPr>
          <p:cNvSpPr/>
          <p:nvPr/>
        </p:nvSpPr>
        <p:spPr>
          <a:xfrm>
            <a:off x="6253780" y="997658"/>
            <a:ext cx="5785820" cy="5555542"/>
          </a:xfrm>
          <a:prstGeom prst="roundRect">
            <a:avLst>
              <a:gd name="adj" fmla="val 3108"/>
            </a:avLst>
          </a:prstGeom>
          <a:noFill/>
          <a:ln>
            <a:solidFill>
              <a:srgbClr val="0066C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7B48FB7-9BBE-3F8B-1FC2-0D468A5F76DE}"/>
              </a:ext>
            </a:extLst>
          </p:cNvPr>
          <p:cNvSpPr/>
          <p:nvPr/>
        </p:nvSpPr>
        <p:spPr>
          <a:xfrm>
            <a:off x="596900" y="1339850"/>
            <a:ext cx="2081288" cy="736600"/>
          </a:xfrm>
          <a:prstGeom prst="roundRect">
            <a:avLst>
              <a:gd name="adj" fmla="val 4301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206048A-E3F7-F6C8-737E-AA31577A5AED}"/>
              </a:ext>
            </a:extLst>
          </p:cNvPr>
          <p:cNvSpPr/>
          <p:nvPr/>
        </p:nvSpPr>
        <p:spPr>
          <a:xfrm>
            <a:off x="596900" y="2552700"/>
            <a:ext cx="2081288" cy="736600"/>
          </a:xfrm>
          <a:prstGeom prst="roundRect">
            <a:avLst>
              <a:gd name="adj" fmla="val 4301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Serial Connection to PC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59BFE05-6DDC-9247-AEB2-4792B34DE7A8}"/>
              </a:ext>
            </a:extLst>
          </p:cNvPr>
          <p:cNvSpPr/>
          <p:nvPr/>
        </p:nvSpPr>
        <p:spPr>
          <a:xfrm>
            <a:off x="596900" y="3695700"/>
            <a:ext cx="2081288" cy="736600"/>
          </a:xfrm>
          <a:prstGeom prst="roundRect">
            <a:avLst>
              <a:gd name="adj" fmla="val 4301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Angle Feedback, Tune Kp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B22CADA-082F-36DA-6C83-73C75AA21768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1637544" y="2076450"/>
            <a:ext cx="0" cy="476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CE8BECC-A56B-C739-5B40-E887B6C476FA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1637544" y="328930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A8CEE8D-ACCC-1F2B-EFBA-2240773D1E9D}"/>
              </a:ext>
            </a:extLst>
          </p:cNvPr>
          <p:cNvCxnSpPr>
            <a:stCxn id="13" idx="2"/>
          </p:cNvCxnSpPr>
          <p:nvPr/>
        </p:nvCxnSpPr>
        <p:spPr>
          <a:xfrm>
            <a:off x="1637544" y="4432300"/>
            <a:ext cx="0" cy="1047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B827609-07C3-150D-40DE-DCC6816F5CFA}"/>
              </a:ext>
            </a:extLst>
          </p:cNvPr>
          <p:cNvSpPr txBox="1"/>
          <p:nvPr/>
        </p:nvSpPr>
        <p:spPr>
          <a:xfrm>
            <a:off x="6574065" y="4110461"/>
            <a:ext cx="492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Simulation </a:t>
            </a:r>
            <a:r>
              <a:rPr lang="en-US" altLang="zh-CN" sz="2400" b="1" dirty="0" err="1">
                <a:solidFill>
                  <a:srgbClr val="002060"/>
                </a:solidFill>
              </a:rPr>
              <a:t>xxxxx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557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CEE0-5307-0603-F115-CCE45D27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E08689-CECC-858B-99EB-10AEC6149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8DA287-541E-4F4F-8FF0-B5A35DFA3C8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F41B28-D823-E1B0-F1B6-A32D64A065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4. Data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188231-0ACF-DD49-5020-A13F924080CB}"/>
              </a:ext>
            </a:extLst>
          </p:cNvPr>
          <p:cNvSpPr txBox="1"/>
          <p:nvPr/>
        </p:nvSpPr>
        <p:spPr>
          <a:xfrm>
            <a:off x="9702800" y="38174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5" name="図 5">
            <a:extLst>
              <a:ext uri="{FF2B5EF4-FFF2-40B4-BE49-F238E27FC236}">
                <a16:creationId xmlns:a16="http://schemas.microsoft.com/office/drawing/2014/main" id="{9A83CE7B-50DB-BE89-F394-A64C06A1D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658" y="1145938"/>
            <a:ext cx="1937613" cy="1573736"/>
          </a:xfrm>
          <a:prstGeom prst="rect">
            <a:avLst/>
          </a:prstGeom>
        </p:spPr>
      </p:pic>
      <p:pic>
        <p:nvPicPr>
          <p:cNvPr id="6" name="図 7">
            <a:extLst>
              <a:ext uri="{FF2B5EF4-FFF2-40B4-BE49-F238E27FC236}">
                <a16:creationId xmlns:a16="http://schemas.microsoft.com/office/drawing/2014/main" id="{FD5A4029-F2D8-C873-E991-880923BFA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844" y="1145937"/>
            <a:ext cx="1938061" cy="1573736"/>
          </a:xfrm>
          <a:prstGeom prst="rect">
            <a:avLst/>
          </a:prstGeom>
        </p:spPr>
      </p:pic>
      <p:sp>
        <p:nvSpPr>
          <p:cNvPr id="7" name="Shape 5">
            <a:extLst>
              <a:ext uri="{FF2B5EF4-FFF2-40B4-BE49-F238E27FC236}">
                <a16:creationId xmlns:a16="http://schemas.microsoft.com/office/drawing/2014/main" id="{97BF1D26-CEEF-29C2-DE46-3FBCDC2C9326}"/>
              </a:ext>
            </a:extLst>
          </p:cNvPr>
          <p:cNvSpPr/>
          <p:nvPr/>
        </p:nvSpPr>
        <p:spPr>
          <a:xfrm>
            <a:off x="457150" y="1025707"/>
            <a:ext cx="6489750" cy="2948000"/>
          </a:xfrm>
          <a:prstGeom prst="roundRect">
            <a:avLst>
              <a:gd name="adj" fmla="val 3211"/>
            </a:avLst>
          </a:prstGeom>
          <a:solidFill>
            <a:srgbClr val="5B8CFF">
              <a:alpha val="7000"/>
            </a:srgbClr>
          </a:solidFill>
          <a:ln w="15875">
            <a:solidFill>
              <a:srgbClr val="5B8CFF">
                <a:alpha val="3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C3C62B7-7597-F724-164F-7C898FB8D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80" y="1227619"/>
            <a:ext cx="442445" cy="331276"/>
          </a:xfrm>
          <a:prstGeom prst="rect">
            <a:avLst/>
          </a:prstGeom>
        </p:spPr>
      </p:pic>
      <p:sp>
        <p:nvSpPr>
          <p:cNvPr id="10" name="Shape 9">
            <a:extLst>
              <a:ext uri="{FF2B5EF4-FFF2-40B4-BE49-F238E27FC236}">
                <a16:creationId xmlns:a16="http://schemas.microsoft.com/office/drawing/2014/main" id="{3AF98BEA-CA05-EC02-5D4E-E259170168C4}"/>
              </a:ext>
            </a:extLst>
          </p:cNvPr>
          <p:cNvSpPr/>
          <p:nvPr/>
        </p:nvSpPr>
        <p:spPr>
          <a:xfrm>
            <a:off x="457150" y="4121736"/>
            <a:ext cx="6489750" cy="2571166"/>
          </a:xfrm>
          <a:prstGeom prst="roundRect">
            <a:avLst>
              <a:gd name="adj" fmla="val 4034"/>
            </a:avLst>
          </a:prstGeom>
          <a:solidFill>
            <a:srgbClr val="22C55E">
              <a:alpha val="4000"/>
            </a:srgbClr>
          </a:solidFill>
          <a:ln w="15875">
            <a:solidFill>
              <a:srgbClr val="22C55E">
                <a:alpha val="3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C667858-1E72-6985-D290-6ECC649FC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80" y="4342800"/>
            <a:ext cx="442445" cy="33127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980DB7D-2450-7FE8-440E-4DFDD387F030}"/>
              </a:ext>
            </a:extLst>
          </p:cNvPr>
          <p:cNvSpPr txBox="1"/>
          <p:nvPr/>
        </p:nvSpPr>
        <p:spPr>
          <a:xfrm>
            <a:off x="7506730" y="4121736"/>
            <a:ext cx="413440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XXXXX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</a:rPr>
              <a:t>Standing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</a:rPr>
              <a:t>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</a:rPr>
              <a:t>Max Slope: </a:t>
            </a:r>
            <a:r>
              <a:rPr lang="en-US" altLang="zh-CN" sz="2400" b="1" dirty="0">
                <a:solidFill>
                  <a:srgbClr val="002060"/>
                </a:solidFill>
              </a:rPr>
              <a:t>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675AE81-6FAA-60D4-34B6-EF1B5EC7C8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" y="1227619"/>
            <a:ext cx="5043502" cy="270832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AE56025-E895-4AEE-5019-417BCC7C2FC5}"/>
              </a:ext>
            </a:extLst>
          </p:cNvPr>
          <p:cNvSpPr txBox="1"/>
          <p:nvPr/>
        </p:nvSpPr>
        <p:spPr>
          <a:xfrm>
            <a:off x="623280" y="3566612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1CC238-1AF8-CB17-DF2F-D7C25580343D}"/>
              </a:ext>
            </a:extLst>
          </p:cNvPr>
          <p:cNvSpPr txBox="1"/>
          <p:nvPr/>
        </p:nvSpPr>
        <p:spPr>
          <a:xfrm>
            <a:off x="4166630" y="3346257"/>
            <a:ext cx="243840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j-lt"/>
              </a:rPr>
              <a:t>Please remember to add axis titles.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3AE763-7793-F04D-9049-D2BD9BB4282A}"/>
              </a:ext>
            </a:extLst>
          </p:cNvPr>
          <p:cNvSpPr txBox="1"/>
          <p:nvPr/>
        </p:nvSpPr>
        <p:spPr>
          <a:xfrm>
            <a:off x="7239473" y="2719673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F38009-ECDF-A30F-93A6-755650B970CE}"/>
              </a:ext>
            </a:extLst>
          </p:cNvPr>
          <p:cNvSpPr txBox="1"/>
          <p:nvPr/>
        </p:nvSpPr>
        <p:spPr>
          <a:xfrm>
            <a:off x="9410700" y="2736264"/>
            <a:ext cx="243840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j-lt"/>
              </a:rPr>
              <a:t>Please remember to add axis titles.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27E992-7307-E1E0-3C31-77EB48432691}"/>
              </a:ext>
            </a:extLst>
          </p:cNvPr>
          <p:cNvSpPr txBox="1"/>
          <p:nvPr/>
        </p:nvSpPr>
        <p:spPr>
          <a:xfrm>
            <a:off x="737580" y="52226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dirty="0"/>
              <a:t>Additional videos, images, or charts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5061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0452-D8B5-5CBF-27F7-55E4C8A5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B79DA6-18DA-F38C-8411-C27BE7704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8DA287-541E-4F4F-8FF0-B5A35DFA3C8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C83DAD-A0A5-300B-6D60-2BEA07AB38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5. Extended Experiment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F123E5-984E-A36F-B2A0-EDC6F15E9E59}"/>
              </a:ext>
            </a:extLst>
          </p:cNvPr>
          <p:cNvSpPr txBox="1"/>
          <p:nvPr/>
        </p:nvSpPr>
        <p:spPr>
          <a:xfrm>
            <a:off x="9702800" y="38174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75E2F15-2E95-D444-629B-94D0A9056D47}"/>
              </a:ext>
            </a:extLst>
          </p:cNvPr>
          <p:cNvGrpSpPr/>
          <p:nvPr/>
        </p:nvGrpSpPr>
        <p:grpSpPr>
          <a:xfrm>
            <a:off x="7938006" y="1189172"/>
            <a:ext cx="3974594" cy="2093777"/>
            <a:chOff x="3538487" y="885219"/>
            <a:chExt cx="9344100" cy="6668280"/>
          </a:xfrm>
        </p:grpSpPr>
        <p:pic>
          <p:nvPicPr>
            <p:cNvPr id="6" name="図 7">
              <a:extLst>
                <a:ext uri="{FF2B5EF4-FFF2-40B4-BE49-F238E27FC236}">
                  <a16:creationId xmlns:a16="http://schemas.microsoft.com/office/drawing/2014/main" id="{0B174500-9878-121B-D857-1B12E9AC4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8487" y="885219"/>
              <a:ext cx="9256540" cy="6668280"/>
            </a:xfrm>
            <a:prstGeom prst="rect">
              <a:avLst/>
            </a:prstGeom>
          </p:spPr>
        </p:pic>
        <p:sp>
          <p:nvSpPr>
            <p:cNvPr id="7" name="正方形/長方形 8">
              <a:extLst>
                <a:ext uri="{FF2B5EF4-FFF2-40B4-BE49-F238E27FC236}">
                  <a16:creationId xmlns:a16="http://schemas.microsoft.com/office/drawing/2014/main" id="{8F5A7CC8-0E38-29DB-9E71-5B62B81E0A8A}"/>
                </a:ext>
              </a:extLst>
            </p:cNvPr>
            <p:cNvSpPr/>
            <p:nvPr/>
          </p:nvSpPr>
          <p:spPr>
            <a:xfrm>
              <a:off x="4465526" y="2668587"/>
              <a:ext cx="223283" cy="27159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/>
            </a:p>
          </p:txBody>
        </p:sp>
        <p:sp>
          <p:nvSpPr>
            <p:cNvPr id="8" name="テキスト ボックス 9">
              <a:extLst>
                <a:ext uri="{FF2B5EF4-FFF2-40B4-BE49-F238E27FC236}">
                  <a16:creationId xmlns:a16="http://schemas.microsoft.com/office/drawing/2014/main" id="{66A659D5-8B95-DAD4-0097-BCA5AFCFDB64}"/>
                </a:ext>
              </a:extLst>
            </p:cNvPr>
            <p:cNvSpPr txBox="1"/>
            <p:nvPr/>
          </p:nvSpPr>
          <p:spPr>
            <a:xfrm>
              <a:off x="3960653" y="5414833"/>
              <a:ext cx="1440356" cy="9802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solidFill>
                    <a:srgbClr val="FF0000"/>
                  </a:solidFill>
                </a:rPr>
                <a:t>pulse</a:t>
              </a:r>
              <a:endParaRPr kumimoji="1" lang="ja-JP" altLang="en-US" sz="800">
                <a:solidFill>
                  <a:srgbClr val="FF0000"/>
                </a:solidFill>
              </a:endParaRPr>
            </a:p>
          </p:txBody>
        </p:sp>
        <p:sp>
          <p:nvSpPr>
            <p:cNvPr id="9" name="テキスト ボックス 10">
              <a:extLst>
                <a:ext uri="{FF2B5EF4-FFF2-40B4-BE49-F238E27FC236}">
                  <a16:creationId xmlns:a16="http://schemas.microsoft.com/office/drawing/2014/main" id="{F554F61A-055C-B6DF-39C0-321732898BF7}"/>
                </a:ext>
              </a:extLst>
            </p:cNvPr>
            <p:cNvSpPr txBox="1"/>
            <p:nvPr/>
          </p:nvSpPr>
          <p:spPr>
            <a:xfrm>
              <a:off x="10673959" y="885219"/>
              <a:ext cx="2208628" cy="1666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>
                  <a:solidFill>
                    <a:srgbClr val="0070C0"/>
                  </a:solidFill>
                </a:rPr>
                <a:t>Target</a:t>
              </a:r>
            </a:p>
            <a:p>
              <a:r>
                <a:rPr kumimoji="1" lang="en-US" altLang="ja-JP" sz="1400">
                  <a:solidFill>
                    <a:srgbClr val="FFFF00"/>
                  </a:solidFill>
                </a:rPr>
                <a:t>machine</a:t>
              </a:r>
              <a:endParaRPr kumimoji="1" lang="ja-JP" altLang="en-US" sz="1400">
                <a:solidFill>
                  <a:srgbClr val="FFFF00"/>
                </a:solidFill>
              </a:endParaRPr>
            </a:p>
          </p:txBody>
        </p:sp>
      </p:grpSp>
      <p:pic>
        <p:nvPicPr>
          <p:cNvPr id="10" name="video2_week3.mp4">
            <a:hlinkClick r:id="" action="ppaction://media"/>
            <a:extLst>
              <a:ext uri="{FF2B5EF4-FFF2-40B4-BE49-F238E27FC236}">
                <a16:creationId xmlns:a16="http://schemas.microsoft.com/office/drawing/2014/main" id="{CD30A6CE-7CA6-44E0-5FD1-5EC6CA56D5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388" b="56"/>
          <a:stretch>
            <a:fillRect/>
          </a:stretch>
        </p:blipFill>
        <p:spPr>
          <a:xfrm>
            <a:off x="4813806" y="1252673"/>
            <a:ext cx="2876044" cy="196286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A0E0756-9373-3A8D-2CAA-6AF7ADB14C14}"/>
              </a:ext>
            </a:extLst>
          </p:cNvPr>
          <p:cNvSpPr txBox="1"/>
          <p:nvPr/>
        </p:nvSpPr>
        <p:spPr>
          <a:xfrm>
            <a:off x="349444" y="1293922"/>
            <a:ext cx="492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Extended 1: Slop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33E179E-8B4C-B5B4-65A9-FA08DAE76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056" y="3769847"/>
            <a:ext cx="2666494" cy="27833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EA49945-AD98-D950-6719-87DC50B608B2}"/>
              </a:ext>
            </a:extLst>
          </p:cNvPr>
          <p:cNvSpPr txBox="1"/>
          <p:nvPr/>
        </p:nvSpPr>
        <p:spPr>
          <a:xfrm>
            <a:off x="365378" y="3640191"/>
            <a:ext cx="492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Extended 2: LQR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62FCBF-2283-6C16-CF0F-95586A21F07E}"/>
              </a:ext>
            </a:extLst>
          </p:cNvPr>
          <p:cNvSpPr txBox="1"/>
          <p:nvPr/>
        </p:nvSpPr>
        <p:spPr>
          <a:xfrm>
            <a:off x="9299501" y="2611428"/>
            <a:ext cx="243840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j-lt"/>
              </a:rPr>
              <a:t>Please remember to add axis titles.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" name="Shape 47">
            <a:extLst>
              <a:ext uri="{FF2B5EF4-FFF2-40B4-BE49-F238E27FC236}">
                <a16:creationId xmlns:a16="http://schemas.microsoft.com/office/drawing/2014/main" id="{BE197F9F-4AB9-5CCF-616F-BE6CCC86309D}"/>
              </a:ext>
            </a:extLst>
          </p:cNvPr>
          <p:cNvSpPr/>
          <p:nvPr/>
        </p:nvSpPr>
        <p:spPr>
          <a:xfrm>
            <a:off x="7938006" y="3768704"/>
            <a:ext cx="3974594" cy="2707551"/>
          </a:xfrm>
          <a:prstGeom prst="roundRect">
            <a:avLst>
              <a:gd name="adj" fmla="val 3065"/>
            </a:avLst>
          </a:prstGeom>
          <a:solidFill>
            <a:srgbClr val="5B8CFF">
              <a:alpha val="7000"/>
            </a:srgbClr>
          </a:solidFill>
          <a:ln w="15875">
            <a:solidFill>
              <a:srgbClr val="5B8CFF">
                <a:alpha val="30000"/>
              </a:srgbClr>
            </a:solidFill>
            <a:prstDash val="dash"/>
          </a:ln>
        </p:spPr>
        <p:txBody>
          <a:bodyPr anchor="ctr" anchorCtr="0"/>
          <a:lstStyle/>
          <a:p>
            <a:pPr algn="ctr"/>
            <a:r>
              <a:rPr lang="zh-CN" altLang="zh-CN" dirty="0"/>
              <a:t>Additional videos, images, or charts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95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4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8D867-1BB5-67D0-7092-6C39E4DF0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B85C1F-1149-C9CD-855F-75BC77523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8DA287-541E-4F4F-8FF0-B5A35DFA3C8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292A7D-1193-6697-11AD-9661E1DC9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6. Results &amp; Future Work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023821-FC61-0EF9-773C-CB8C43C7316C}"/>
              </a:ext>
            </a:extLst>
          </p:cNvPr>
          <p:cNvSpPr txBox="1"/>
          <p:nvPr/>
        </p:nvSpPr>
        <p:spPr>
          <a:xfrm>
            <a:off x="9702800" y="38174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0" name="IMG_0502">
            <a:hlinkClick r:id="" action="ppaction://media"/>
            <a:extLst>
              <a:ext uri="{FF2B5EF4-FFF2-40B4-BE49-F238E27FC236}">
                <a16:creationId xmlns:a16="http://schemas.microsoft.com/office/drawing/2014/main" id="{638F2980-AC84-05E5-D8D0-BC2C623955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30983" y="1112590"/>
            <a:ext cx="2947226" cy="5243429"/>
          </a:xfrm>
          <a:prstGeom prst="rect">
            <a:avLst/>
          </a:prstGeom>
        </p:spPr>
      </p:pic>
      <p:pic>
        <p:nvPicPr>
          <p:cNvPr id="11" name="main-bf">
            <a:hlinkClick r:id="" action="ppaction://media"/>
            <a:extLst>
              <a:ext uri="{FF2B5EF4-FFF2-40B4-BE49-F238E27FC236}">
                <a16:creationId xmlns:a16="http://schemas.microsoft.com/office/drawing/2014/main" id="{96448978-C227-1C72-10DB-3009C19E14D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7642" t="26241" b="19700"/>
          <a:stretch>
            <a:fillRect/>
          </a:stretch>
        </p:blipFill>
        <p:spPr>
          <a:xfrm>
            <a:off x="4025900" y="1034695"/>
            <a:ext cx="7794312" cy="259580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4B87C68-93FC-3413-53F6-6D3737FE1A35}"/>
              </a:ext>
            </a:extLst>
          </p:cNvPr>
          <p:cNvSpPr txBox="1"/>
          <p:nvPr/>
        </p:nvSpPr>
        <p:spPr>
          <a:xfrm>
            <a:off x="4286444" y="3789472"/>
            <a:ext cx="7054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XXXXXXXXXXXX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85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74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004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D4A5-698D-6162-5C27-AFC1994B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59CC54-261B-099A-2DB0-5BEEAD2CF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8DA287-541E-4F4F-8FF0-B5A35DFA3C8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5C7810-5517-D4FA-1AB4-9D481C2FE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7.  What We Learned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6361C4-EFC5-9CC6-4B9C-7109F4DAFB1E}"/>
              </a:ext>
            </a:extLst>
          </p:cNvPr>
          <p:cNvSpPr txBox="1"/>
          <p:nvPr/>
        </p:nvSpPr>
        <p:spPr>
          <a:xfrm>
            <a:off x="9702800" y="38174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15087BD-8DEF-A761-8982-E01C4DE43C1F}"/>
              </a:ext>
            </a:extLst>
          </p:cNvPr>
          <p:cNvSpPr/>
          <p:nvPr/>
        </p:nvSpPr>
        <p:spPr>
          <a:xfrm>
            <a:off x="501079" y="1103087"/>
            <a:ext cx="5585968" cy="2428258"/>
          </a:xfrm>
          <a:prstGeom prst="roundRect">
            <a:avLst>
              <a:gd name="adj" fmla="val 3108"/>
            </a:avLst>
          </a:prstGeom>
          <a:noFill/>
          <a:ln>
            <a:solidFill>
              <a:srgbClr val="0066C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FBD7AF5-F84B-AF13-9124-8D926C5C01BB}"/>
              </a:ext>
            </a:extLst>
          </p:cNvPr>
          <p:cNvSpPr/>
          <p:nvPr/>
        </p:nvSpPr>
        <p:spPr>
          <a:xfrm>
            <a:off x="501079" y="3777344"/>
            <a:ext cx="5585968" cy="2428258"/>
          </a:xfrm>
          <a:prstGeom prst="roundRect">
            <a:avLst>
              <a:gd name="adj" fmla="val 3108"/>
            </a:avLst>
          </a:prstGeom>
          <a:noFill/>
          <a:ln>
            <a:solidFill>
              <a:srgbClr val="0066C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D9ABC34-501E-4190-3093-019F65CB915A}"/>
              </a:ext>
            </a:extLst>
          </p:cNvPr>
          <p:cNvSpPr/>
          <p:nvPr/>
        </p:nvSpPr>
        <p:spPr>
          <a:xfrm>
            <a:off x="6260529" y="3777344"/>
            <a:ext cx="5585968" cy="2428258"/>
          </a:xfrm>
          <a:prstGeom prst="roundRect">
            <a:avLst>
              <a:gd name="adj" fmla="val 3108"/>
            </a:avLst>
          </a:prstGeom>
          <a:noFill/>
          <a:ln>
            <a:solidFill>
              <a:srgbClr val="0066C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D04D366-F8D1-85BD-9A58-C9CA675BAAED}"/>
              </a:ext>
            </a:extLst>
          </p:cNvPr>
          <p:cNvSpPr/>
          <p:nvPr/>
        </p:nvSpPr>
        <p:spPr>
          <a:xfrm>
            <a:off x="6260528" y="1096737"/>
            <a:ext cx="5585968" cy="2428258"/>
          </a:xfrm>
          <a:prstGeom prst="roundRect">
            <a:avLst>
              <a:gd name="adj" fmla="val 3108"/>
            </a:avLst>
          </a:prstGeom>
          <a:noFill/>
          <a:ln>
            <a:solidFill>
              <a:srgbClr val="0066C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hape 47">
            <a:extLst>
              <a:ext uri="{FF2B5EF4-FFF2-40B4-BE49-F238E27FC236}">
                <a16:creationId xmlns:a16="http://schemas.microsoft.com/office/drawing/2014/main" id="{9FE4DCEE-DD61-546F-9549-F4BB7BA49F9E}"/>
              </a:ext>
            </a:extLst>
          </p:cNvPr>
          <p:cNvSpPr/>
          <p:nvPr/>
        </p:nvSpPr>
        <p:spPr>
          <a:xfrm>
            <a:off x="4216400" y="1274330"/>
            <a:ext cx="1782400" cy="2154669"/>
          </a:xfrm>
          <a:prstGeom prst="roundRect">
            <a:avLst>
              <a:gd name="adj" fmla="val 3065"/>
            </a:avLst>
          </a:prstGeom>
          <a:solidFill>
            <a:srgbClr val="5B8CFF">
              <a:alpha val="7000"/>
            </a:srgbClr>
          </a:solidFill>
          <a:ln w="15875">
            <a:solidFill>
              <a:srgbClr val="5B8CFF">
                <a:alpha val="30000"/>
              </a:srgbClr>
            </a:solidFill>
            <a:prstDash val="dash"/>
          </a:ln>
        </p:spPr>
        <p:txBody>
          <a:bodyPr anchor="ctr" anchorCtr="0"/>
          <a:lstStyle/>
          <a:p>
            <a:pPr algn="ctr"/>
            <a:r>
              <a:rPr lang="en-US" dirty="0"/>
              <a:t>Photo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C00071-37EB-F11B-9370-C1D6C21B790D}"/>
              </a:ext>
            </a:extLst>
          </p:cNvPr>
          <p:cNvSpPr txBox="1"/>
          <p:nvPr/>
        </p:nvSpPr>
        <p:spPr>
          <a:xfrm>
            <a:off x="679450" y="1274330"/>
            <a:ext cx="325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XXXXX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altLang="zh-CN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2060"/>
                </a:solidFill>
              </a:rPr>
              <a:t>xxxx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569C-DFA3-8C93-E2A7-FCE30080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F00FC8-0693-6552-E707-1CCFA076B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8DA287-541E-4F4F-8FF0-B5A35DFA3C8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DF46CE-D252-8788-B3B2-8B29F12712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8. Teamwork &amp; Roles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E777DC-0AF2-1FB8-2BC4-AF2662557171}"/>
              </a:ext>
            </a:extLst>
          </p:cNvPr>
          <p:cNvSpPr txBox="1"/>
          <p:nvPr/>
        </p:nvSpPr>
        <p:spPr>
          <a:xfrm>
            <a:off x="9702800" y="38174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C00000"/>
                </a:solidFill>
                <a:latin typeface="+mj-lt"/>
              </a:rPr>
              <a:t>For Reference Only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509004F-9556-1351-3388-FCBBC874FB34}"/>
              </a:ext>
            </a:extLst>
          </p:cNvPr>
          <p:cNvSpPr/>
          <p:nvPr/>
        </p:nvSpPr>
        <p:spPr>
          <a:xfrm>
            <a:off x="648267" y="1208315"/>
            <a:ext cx="3513598" cy="4925864"/>
          </a:xfrm>
          <a:prstGeom prst="roundRect">
            <a:avLst>
              <a:gd name="adj" fmla="val 2524"/>
            </a:avLst>
          </a:prstGeom>
          <a:solidFill>
            <a:srgbClr val="EFF4FF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3885872-B8F2-F47F-C704-2B21938734BE}"/>
              </a:ext>
            </a:extLst>
          </p:cNvPr>
          <p:cNvSpPr/>
          <p:nvPr/>
        </p:nvSpPr>
        <p:spPr>
          <a:xfrm>
            <a:off x="648267" y="1208315"/>
            <a:ext cx="3513598" cy="32594"/>
          </a:xfrm>
          <a:prstGeom prst="rect">
            <a:avLst/>
          </a:prstGeom>
          <a:solidFill>
            <a:srgbClr val="2F54EB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7DA7EC0-806F-B4C3-1F2C-45A57649CC4B}"/>
              </a:ext>
            </a:extLst>
          </p:cNvPr>
          <p:cNvSpPr/>
          <p:nvPr/>
        </p:nvSpPr>
        <p:spPr>
          <a:xfrm>
            <a:off x="2014434" y="1462499"/>
            <a:ext cx="781264" cy="803973"/>
          </a:xfrm>
          <a:prstGeom prst="ellipse">
            <a:avLst/>
          </a:prstGeom>
          <a:solidFill>
            <a:srgbClr val="2F54EB">
              <a:alpha val="7000"/>
            </a:srgbClr>
          </a:solidFill>
          <a:ln w="15875">
            <a:solidFill>
              <a:srgbClr val="2F54EB">
                <a:alpha val="32000"/>
              </a:srgbClr>
            </a:solidFill>
            <a:prstDash val="dash"/>
          </a:ln>
        </p:spPr>
        <p:txBody>
          <a:bodyPr/>
          <a:lstStyle/>
          <a:p>
            <a:endParaRPr lang="en-US" sz="110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5BB4E3E4-37D1-BDDA-2B55-B8039F392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025" y="1708025"/>
            <a:ext cx="304026" cy="312863"/>
          </a:xfrm>
          <a:prstGeom prst="rect">
            <a:avLst/>
          </a:prstGeom>
        </p:spPr>
      </p:pic>
      <p:sp>
        <p:nvSpPr>
          <p:cNvPr id="9" name="Text 8">
            <a:extLst>
              <a:ext uri="{FF2B5EF4-FFF2-40B4-BE49-F238E27FC236}">
                <a16:creationId xmlns:a16="http://schemas.microsoft.com/office/drawing/2014/main" id="{7EA7EDEB-1A47-AD50-A1C3-1B3B5405E7D3}"/>
              </a:ext>
            </a:extLst>
          </p:cNvPr>
          <p:cNvSpPr/>
          <p:nvPr/>
        </p:nvSpPr>
        <p:spPr>
          <a:xfrm>
            <a:off x="1901775" y="2331659"/>
            <a:ext cx="1006581" cy="28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FE62814-4067-4A0E-2E29-4FF7675840FA}"/>
              </a:ext>
            </a:extLst>
          </p:cNvPr>
          <p:cNvSpPr/>
          <p:nvPr/>
        </p:nvSpPr>
        <p:spPr>
          <a:xfrm>
            <a:off x="863599" y="3026874"/>
            <a:ext cx="3175424" cy="837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XXXX</a:t>
            </a:r>
            <a:endParaRPr lang="en-US" sz="20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A3E37AFD-7040-FBC7-6D22-2CEC4554D5BC}"/>
              </a:ext>
            </a:extLst>
          </p:cNvPr>
          <p:cNvSpPr/>
          <p:nvPr/>
        </p:nvSpPr>
        <p:spPr>
          <a:xfrm>
            <a:off x="863599" y="3601568"/>
            <a:ext cx="3257770" cy="1793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</a:t>
            </a:r>
            <a:r>
              <a:rPr lang="en-US" altLang="zh-CN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zh-CN" sz="14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Week 2: XXX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Week 3: XXX</a:t>
            </a:r>
            <a:endParaRPr lang="en-US" sz="14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ABAD195F-8040-3B8C-081A-6EE8ED5A1DCA}"/>
              </a:ext>
            </a:extLst>
          </p:cNvPr>
          <p:cNvSpPr/>
          <p:nvPr/>
        </p:nvSpPr>
        <p:spPr>
          <a:xfrm>
            <a:off x="4339200" y="1208315"/>
            <a:ext cx="3513598" cy="4925864"/>
          </a:xfrm>
          <a:prstGeom prst="roundRect">
            <a:avLst>
              <a:gd name="adj" fmla="val 2524"/>
            </a:avLst>
          </a:prstGeom>
          <a:solidFill>
            <a:srgbClr val="EFF4FF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AB746590-555D-EAFB-52C5-CA2F35460009}"/>
              </a:ext>
            </a:extLst>
          </p:cNvPr>
          <p:cNvSpPr/>
          <p:nvPr/>
        </p:nvSpPr>
        <p:spPr>
          <a:xfrm>
            <a:off x="4339200" y="1208315"/>
            <a:ext cx="3513598" cy="32594"/>
          </a:xfrm>
          <a:prstGeom prst="rect">
            <a:avLst/>
          </a:prstGeom>
          <a:solidFill>
            <a:srgbClr val="FFB84D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9D43484D-C77D-544D-DECE-CB399B078837}"/>
              </a:ext>
            </a:extLst>
          </p:cNvPr>
          <p:cNvSpPr/>
          <p:nvPr/>
        </p:nvSpPr>
        <p:spPr>
          <a:xfrm>
            <a:off x="5705367" y="1462499"/>
            <a:ext cx="781264" cy="803973"/>
          </a:xfrm>
          <a:prstGeom prst="ellipse">
            <a:avLst/>
          </a:prstGeom>
          <a:solidFill>
            <a:srgbClr val="FFB84D">
              <a:alpha val="10000"/>
            </a:srgbClr>
          </a:solidFill>
          <a:ln w="15875">
            <a:solidFill>
              <a:srgbClr val="FF8F1F">
                <a:alpha val="35000"/>
              </a:srgbClr>
            </a:solidFill>
            <a:prstDash val="dash"/>
          </a:ln>
        </p:spPr>
        <p:txBody>
          <a:bodyPr/>
          <a:lstStyle/>
          <a:p>
            <a:endParaRPr lang="en-US" sz="110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69BC62E3-6E6C-26C6-A8BE-562BF2DA6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959" y="1708025"/>
            <a:ext cx="304026" cy="312863"/>
          </a:xfrm>
          <a:prstGeom prst="rect">
            <a:avLst/>
          </a:prstGeom>
        </p:spPr>
      </p:pic>
      <p:sp>
        <p:nvSpPr>
          <p:cNvPr id="18" name="Text 16">
            <a:extLst>
              <a:ext uri="{FF2B5EF4-FFF2-40B4-BE49-F238E27FC236}">
                <a16:creationId xmlns:a16="http://schemas.microsoft.com/office/drawing/2014/main" id="{0FDEAFCD-5E84-B48C-6C6C-4BED28E2A85D}"/>
              </a:ext>
            </a:extLst>
          </p:cNvPr>
          <p:cNvSpPr/>
          <p:nvPr/>
        </p:nvSpPr>
        <p:spPr>
          <a:xfrm>
            <a:off x="5592709" y="2331659"/>
            <a:ext cx="1006581" cy="28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2F5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77FDD3E-1349-D01E-45B0-25E84551981B}"/>
              </a:ext>
            </a:extLst>
          </p:cNvPr>
          <p:cNvSpPr/>
          <p:nvPr/>
        </p:nvSpPr>
        <p:spPr>
          <a:xfrm>
            <a:off x="4554532" y="3020367"/>
            <a:ext cx="3175424" cy="837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zh-CN" sz="2000" b="1" dirty="0">
                <a:solidFill>
                  <a:srgbClr val="1F3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XXXX</a:t>
            </a:r>
            <a:endParaRPr lang="en-US" sz="2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32E9D0B-6E20-4DAA-9732-F14CDB94772E}"/>
              </a:ext>
            </a:extLst>
          </p:cNvPr>
          <p:cNvSpPr/>
          <p:nvPr/>
        </p:nvSpPr>
        <p:spPr>
          <a:xfrm>
            <a:off x="8030134" y="1208399"/>
            <a:ext cx="3513598" cy="4925864"/>
          </a:xfrm>
          <a:prstGeom prst="roundRect">
            <a:avLst>
              <a:gd name="adj" fmla="val 2524"/>
            </a:avLst>
          </a:prstGeom>
          <a:solidFill>
            <a:srgbClr val="EFF4FF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AE9FF67-9F13-DB91-3C27-231F6F811508}"/>
              </a:ext>
            </a:extLst>
          </p:cNvPr>
          <p:cNvSpPr/>
          <p:nvPr/>
        </p:nvSpPr>
        <p:spPr>
          <a:xfrm>
            <a:off x="8030134" y="1208399"/>
            <a:ext cx="3513598" cy="3259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5E0EAF4-F938-932D-43DF-62E97D1F9B29}"/>
              </a:ext>
            </a:extLst>
          </p:cNvPr>
          <p:cNvSpPr/>
          <p:nvPr/>
        </p:nvSpPr>
        <p:spPr>
          <a:xfrm>
            <a:off x="9396301" y="1462583"/>
            <a:ext cx="781264" cy="803973"/>
          </a:xfrm>
          <a:prstGeom prst="ellipse">
            <a:avLst/>
          </a:prstGeom>
          <a:solidFill>
            <a:srgbClr val="4ADE80">
              <a:alpha val="10000"/>
            </a:srgbClr>
          </a:solidFill>
          <a:ln w="15875">
            <a:solidFill>
              <a:srgbClr val="4ADE80">
                <a:alpha val="38000"/>
              </a:srgbClr>
            </a:solidFill>
            <a:prstDash val="dash"/>
          </a:ln>
        </p:spPr>
        <p:txBody>
          <a:bodyPr/>
          <a:lstStyle/>
          <a:p>
            <a:endParaRPr lang="en-US" sz="1100"/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B8C08693-8FFA-5028-3E89-C0A51951E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892" y="1708110"/>
            <a:ext cx="304026" cy="312863"/>
          </a:xfrm>
          <a:prstGeom prst="rect">
            <a:avLst/>
          </a:prstGeom>
        </p:spPr>
      </p:pic>
      <p:sp>
        <p:nvSpPr>
          <p:cNvPr id="37" name="Text 34">
            <a:extLst>
              <a:ext uri="{FF2B5EF4-FFF2-40B4-BE49-F238E27FC236}">
                <a16:creationId xmlns:a16="http://schemas.microsoft.com/office/drawing/2014/main" id="{999CD0AA-79CC-A77A-5F56-38312A72C2E0}"/>
              </a:ext>
            </a:extLst>
          </p:cNvPr>
          <p:cNvSpPr/>
          <p:nvPr/>
        </p:nvSpPr>
        <p:spPr>
          <a:xfrm>
            <a:off x="9283642" y="2331744"/>
            <a:ext cx="1006581" cy="28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2F5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2EDB3829-346A-9491-82F7-34BFEC40A7B9}"/>
              </a:ext>
            </a:extLst>
          </p:cNvPr>
          <p:cNvSpPr/>
          <p:nvPr/>
        </p:nvSpPr>
        <p:spPr>
          <a:xfrm>
            <a:off x="8245466" y="3020451"/>
            <a:ext cx="3175424" cy="837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XXXX</a:t>
            </a:r>
            <a:endParaRPr lang="en-US" sz="2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0B1CB66-B200-ACDA-C336-303FFF7523E0}"/>
              </a:ext>
            </a:extLst>
          </p:cNvPr>
          <p:cNvSpPr txBox="1"/>
          <p:nvPr/>
        </p:nvSpPr>
        <p:spPr>
          <a:xfrm>
            <a:off x="1928126" y="1821918"/>
            <a:ext cx="1103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j-lt"/>
              </a:rPr>
              <a:t>Photo 1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845344C-92F3-190A-7F1E-C44C9B18F171}"/>
              </a:ext>
            </a:extLst>
          </p:cNvPr>
          <p:cNvSpPr txBox="1"/>
          <p:nvPr/>
        </p:nvSpPr>
        <p:spPr>
          <a:xfrm>
            <a:off x="5628023" y="1821918"/>
            <a:ext cx="1103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j-lt"/>
              </a:rPr>
              <a:t>Photo 2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E2F638F-4F34-F316-0375-C875CE02FF41}"/>
              </a:ext>
            </a:extLst>
          </p:cNvPr>
          <p:cNvSpPr txBox="1"/>
          <p:nvPr/>
        </p:nvSpPr>
        <p:spPr>
          <a:xfrm>
            <a:off x="9283642" y="1821918"/>
            <a:ext cx="1103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j-lt"/>
              </a:rPr>
              <a:t>Photo 3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5" name="Shape 47">
            <a:extLst>
              <a:ext uri="{FF2B5EF4-FFF2-40B4-BE49-F238E27FC236}">
                <a16:creationId xmlns:a16="http://schemas.microsoft.com/office/drawing/2014/main" id="{A655394D-FD17-E25F-AE0E-5D8541471F36}"/>
              </a:ext>
            </a:extLst>
          </p:cNvPr>
          <p:cNvSpPr/>
          <p:nvPr/>
        </p:nvSpPr>
        <p:spPr>
          <a:xfrm>
            <a:off x="823103" y="4627131"/>
            <a:ext cx="3086547" cy="1392818"/>
          </a:xfrm>
          <a:prstGeom prst="roundRect">
            <a:avLst>
              <a:gd name="adj" fmla="val 3065"/>
            </a:avLst>
          </a:prstGeom>
          <a:solidFill>
            <a:srgbClr val="5B8CFF">
              <a:alpha val="7000"/>
            </a:srgbClr>
          </a:solidFill>
          <a:ln w="15875">
            <a:solidFill>
              <a:srgbClr val="5B8CFF">
                <a:alpha val="30000"/>
              </a:srgbClr>
            </a:solidFill>
            <a:prstDash val="dash"/>
          </a:ln>
        </p:spPr>
        <p:txBody>
          <a:bodyPr/>
          <a:lstStyle/>
          <a:p>
            <a:pPr algn="ctr"/>
            <a:r>
              <a:rPr lang="en-US" dirty="0"/>
              <a:t>Photo</a:t>
            </a:r>
          </a:p>
        </p:txBody>
      </p:sp>
      <p:pic>
        <p:nvPicPr>
          <p:cNvPr id="46" name="Google Shape;193;p21">
            <a:extLst>
              <a:ext uri="{FF2B5EF4-FFF2-40B4-BE49-F238E27FC236}">
                <a16:creationId xmlns:a16="http://schemas.microsoft.com/office/drawing/2014/main" id="{8ACF271A-F807-1C7E-DE70-25FBCA667B3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10011" r="11079" b="13863"/>
          <a:stretch/>
        </p:blipFill>
        <p:spPr>
          <a:xfrm>
            <a:off x="6139077" y="4723700"/>
            <a:ext cx="1505800" cy="1343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315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1C1EBA7-FDA3-7EA5-2526-BE125F00B8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62688"/>
            <a:ext cx="2743200" cy="365125"/>
          </a:xfrm>
          <a:prstGeom prst="rect">
            <a:avLst/>
          </a:prstGeom>
        </p:spPr>
        <p:txBody>
          <a:bodyPr/>
          <a:lstStyle/>
          <a:p>
            <a:fld id="{EC8DA287-541E-4F4F-8FF0-B5A35DFA3C8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Shape 47">
            <a:extLst>
              <a:ext uri="{FF2B5EF4-FFF2-40B4-BE49-F238E27FC236}">
                <a16:creationId xmlns:a16="http://schemas.microsoft.com/office/drawing/2014/main" id="{28ED99CE-5EE1-46B1-E71C-D0D60A78850A}"/>
              </a:ext>
            </a:extLst>
          </p:cNvPr>
          <p:cNvSpPr/>
          <p:nvPr/>
        </p:nvSpPr>
        <p:spPr>
          <a:xfrm>
            <a:off x="704850" y="944130"/>
            <a:ext cx="10668000" cy="4167620"/>
          </a:xfrm>
          <a:prstGeom prst="roundRect">
            <a:avLst>
              <a:gd name="adj" fmla="val 3065"/>
            </a:avLst>
          </a:prstGeom>
          <a:solidFill>
            <a:srgbClr val="5B8CFF">
              <a:alpha val="7000"/>
            </a:srgbClr>
          </a:solidFill>
          <a:ln w="15875">
            <a:solidFill>
              <a:srgbClr val="5B8CFF">
                <a:alpha val="30000"/>
              </a:srgbClr>
            </a:solidFill>
            <a:prstDash val="dash"/>
          </a:ln>
        </p:spPr>
        <p:txBody>
          <a:bodyPr anchor="ctr" anchorCtr="0"/>
          <a:lstStyle/>
          <a:p>
            <a:pPr algn="ctr"/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6353222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fae8ae99-a07d-4df7-9a08-be535bc4b005&quot;,&quot;Name&quot;:&quot;自定义&quot;,&quot;Kind&quot;:&quot;Custo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3">
      <a:majorFont>
        <a:latin typeface="Arial"/>
        <a:ea typeface="等线 Light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288AE3-A891-4474-9A10-9E84432D609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9f76b6ae-8cfd-4436-ba6b-ca83b5f172b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16313</TotalTime>
  <Words>280</Words>
  <Application>Microsoft Office PowerPoint</Application>
  <PresentationFormat>宽屏</PresentationFormat>
  <Paragraphs>114</Paragraphs>
  <Slides>10</Slides>
  <Notes>0</Notes>
  <HiddenSlides>0</HiddenSlides>
  <MMClips>3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微软雅黑</vt:lpstr>
      <vt:lpstr>Arial</vt:lpstr>
      <vt:lpstr>Template</vt:lpstr>
      <vt:lpstr>Template For Reference Only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 Shao</dc:creator>
  <cp:keywords>Shaoqi</cp:keywords>
  <cp:lastModifiedBy>Qi SHAO</cp:lastModifiedBy>
  <cp:revision>330</cp:revision>
  <cp:lastPrinted>2023-11-01T03:02:39Z</cp:lastPrinted>
  <dcterms:created xsi:type="dcterms:W3CDTF">1900-01-01T00:00:00Z</dcterms:created>
  <dcterms:modified xsi:type="dcterms:W3CDTF">2026-06-15T01:59:08Z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4E5696CD345B76367B688A61B95A4C71</vt:lpwstr>
  </property>
  <property fmtid="{D5CDD505-2E9C-101B-9397-08002B2CF9AE}" pid="3" name="KSOProductBuildVer">
    <vt:lpwstr>2052-11.16.1</vt:lpwstr>
  </property>
</Properties>
</file>